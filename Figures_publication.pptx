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F35497-59BC-794B-AD0F-A13CEA9C5D72}" v="42" dt="2026-10-20T18:12:23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21"/>
    <p:restoredTop sz="64466"/>
  </p:normalViewPr>
  <p:slideViewPr>
    <p:cSldViewPr snapToGrid="0">
      <p:cViewPr>
        <p:scale>
          <a:sx n="77" d="100"/>
          <a:sy n="77" d="100"/>
        </p:scale>
        <p:origin x="2488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ten Arendt Vils Rasmussen" userId="a3bae3fd-54fc-465b-a55a-45a54cd9e600" providerId="ADAL" clId="{82C63B8F-2D8B-517B-B611-D68C15A28F56}"/>
    <pc:docChg chg="undo custSel addSld modSld">
      <pc:chgData name="Morten Arendt Vils Rasmussen" userId="a3bae3fd-54fc-465b-a55a-45a54cd9e600" providerId="ADAL" clId="{82C63B8F-2D8B-517B-B611-D68C15A28F56}" dt="2026-10-20T18:25:50.362" v="2151" actId="20577"/>
      <pc:docMkLst>
        <pc:docMk/>
      </pc:docMkLst>
      <pc:sldChg chg="modSp mod">
        <pc:chgData name="Morten Arendt Vils Rasmussen" userId="a3bae3fd-54fc-465b-a55a-45a54cd9e600" providerId="ADAL" clId="{82C63B8F-2D8B-517B-B611-D68C15A28F56}" dt="2026-10-20T11:54:30.111" v="66" actId="20577"/>
        <pc:sldMkLst>
          <pc:docMk/>
          <pc:sldMk cId="2608012380" sldId="256"/>
        </pc:sldMkLst>
        <pc:spChg chg="mod">
          <ac:chgData name="Morten Arendt Vils Rasmussen" userId="a3bae3fd-54fc-465b-a55a-45a54cd9e600" providerId="ADAL" clId="{82C63B8F-2D8B-517B-B611-D68C15A28F56}" dt="2026-10-20T11:54:30.111" v="66" actId="20577"/>
          <ac:spMkLst>
            <pc:docMk/>
            <pc:sldMk cId="2608012380" sldId="256"/>
            <ac:spMk id="2" creationId="{4F18E22C-4FBD-0FBF-377D-774C03A1BA87}"/>
          </ac:spMkLst>
        </pc:spChg>
      </pc:sldChg>
      <pc:sldChg chg="addSp delSp modSp mod modNotesTx">
        <pc:chgData name="Morten Arendt Vils Rasmussen" userId="a3bae3fd-54fc-465b-a55a-45a54cd9e600" providerId="ADAL" clId="{82C63B8F-2D8B-517B-B611-D68C15A28F56}" dt="2026-10-20T16:23:51.353" v="1968" actId="20577"/>
        <pc:sldMkLst>
          <pc:docMk/>
          <pc:sldMk cId="3534177877" sldId="257"/>
        </pc:sldMkLst>
        <pc:spChg chg="mod">
          <ac:chgData name="Morten Arendt Vils Rasmussen" userId="a3bae3fd-54fc-465b-a55a-45a54cd9e600" providerId="ADAL" clId="{82C63B8F-2D8B-517B-B611-D68C15A28F56}" dt="2026-10-20T12:10:18.757" v="671" actId="552"/>
          <ac:spMkLst>
            <pc:docMk/>
            <pc:sldMk cId="3534177877" sldId="257"/>
            <ac:spMk id="10" creationId="{CC1FC964-EDE2-BC63-DF69-D7C4D5710EBA}"/>
          </ac:spMkLst>
        </pc:spChg>
        <pc:spChg chg="mod">
          <ac:chgData name="Morten Arendt Vils Rasmussen" userId="a3bae3fd-54fc-465b-a55a-45a54cd9e600" providerId="ADAL" clId="{82C63B8F-2D8B-517B-B611-D68C15A28F56}" dt="2026-10-20T12:10:32.128" v="680" actId="1036"/>
          <ac:spMkLst>
            <pc:docMk/>
            <pc:sldMk cId="3534177877" sldId="257"/>
            <ac:spMk id="11" creationId="{A8F4AD86-2197-77C8-6724-110C36CAC5EC}"/>
          </ac:spMkLst>
        </pc:spChg>
        <pc:spChg chg="mod">
          <ac:chgData name="Morten Arendt Vils Rasmussen" userId="a3bae3fd-54fc-465b-a55a-45a54cd9e600" providerId="ADAL" clId="{82C63B8F-2D8B-517B-B611-D68C15A28F56}" dt="2026-10-20T12:10:18.757" v="671" actId="552"/>
          <ac:spMkLst>
            <pc:docMk/>
            <pc:sldMk cId="3534177877" sldId="257"/>
            <ac:spMk id="12" creationId="{62258849-EA29-CAFC-581F-CD240B4A7CC7}"/>
          </ac:spMkLst>
        </pc:spChg>
        <pc:spChg chg="add del mod">
          <ac:chgData name="Morten Arendt Vils Rasmussen" userId="a3bae3fd-54fc-465b-a55a-45a54cd9e600" providerId="ADAL" clId="{82C63B8F-2D8B-517B-B611-D68C15A28F56}" dt="2026-10-20T12:04:25.243" v="488" actId="478"/>
          <ac:spMkLst>
            <pc:docMk/>
            <pc:sldMk cId="3534177877" sldId="257"/>
            <ac:spMk id="19" creationId="{4B2F7BFF-1D04-DEDA-7260-3947B6CA2A67}"/>
          </ac:spMkLst>
        </pc:spChg>
        <pc:picChg chg="add del mod">
          <ac:chgData name="Morten Arendt Vils Rasmussen" userId="a3bae3fd-54fc-465b-a55a-45a54cd9e600" providerId="ADAL" clId="{82C63B8F-2D8B-517B-B611-D68C15A28F56}" dt="2026-10-20T12:04:43.142" v="491" actId="478"/>
          <ac:picMkLst>
            <pc:docMk/>
            <pc:sldMk cId="3534177877" sldId="257"/>
            <ac:picMk id="3" creationId="{3591E58E-785F-6B79-3F64-0FA85404814B}"/>
          </ac:picMkLst>
        </pc:picChg>
        <pc:picChg chg="del">
          <ac:chgData name="Morten Arendt Vils Rasmussen" userId="a3bae3fd-54fc-465b-a55a-45a54cd9e600" providerId="ADAL" clId="{82C63B8F-2D8B-517B-B611-D68C15A28F56}" dt="2026-10-20T12:04:22.422" v="487" actId="478"/>
          <ac:picMkLst>
            <pc:docMk/>
            <pc:sldMk cId="3534177877" sldId="257"/>
            <ac:picMk id="5" creationId="{497201BB-4D6D-4E25-FC1D-492DCC766C6E}"/>
          </ac:picMkLst>
        </pc:picChg>
        <pc:picChg chg="add del mod">
          <ac:chgData name="Morten Arendt Vils Rasmussen" userId="a3bae3fd-54fc-465b-a55a-45a54cd9e600" providerId="ADAL" clId="{82C63B8F-2D8B-517B-B611-D68C15A28F56}" dt="2026-10-20T12:04:03.173" v="481" actId="478"/>
          <ac:picMkLst>
            <pc:docMk/>
            <pc:sldMk cId="3534177877" sldId="257"/>
            <ac:picMk id="6" creationId="{F1DCA04E-A73A-1061-44F2-D2A68E1EBC33}"/>
          </ac:picMkLst>
        </pc:picChg>
        <pc:picChg chg="del">
          <ac:chgData name="Morten Arendt Vils Rasmussen" userId="a3bae3fd-54fc-465b-a55a-45a54cd9e600" providerId="ADAL" clId="{82C63B8F-2D8B-517B-B611-D68C15A28F56}" dt="2026-10-20T12:04:26.367" v="489" actId="478"/>
          <ac:picMkLst>
            <pc:docMk/>
            <pc:sldMk cId="3534177877" sldId="257"/>
            <ac:picMk id="9" creationId="{4FCD4B17-3910-E9F8-6439-30443AA3146D}"/>
          </ac:picMkLst>
        </pc:picChg>
        <pc:picChg chg="add del mod">
          <ac:chgData name="Morten Arendt Vils Rasmussen" userId="a3bae3fd-54fc-465b-a55a-45a54cd9e600" providerId="ADAL" clId="{82C63B8F-2D8B-517B-B611-D68C15A28F56}" dt="2026-10-20T12:04:02.105" v="480" actId="478"/>
          <ac:picMkLst>
            <pc:docMk/>
            <pc:sldMk cId="3534177877" sldId="257"/>
            <ac:picMk id="13" creationId="{577ABDD5-6A06-B6CA-810C-CBE524F8103A}"/>
          </ac:picMkLst>
        </pc:picChg>
        <pc:picChg chg="add del mod">
          <ac:chgData name="Morten Arendt Vils Rasmussen" userId="a3bae3fd-54fc-465b-a55a-45a54cd9e600" providerId="ADAL" clId="{82C63B8F-2D8B-517B-B611-D68C15A28F56}" dt="2026-10-20T12:06:32.962" v="513" actId="478"/>
          <ac:picMkLst>
            <pc:docMk/>
            <pc:sldMk cId="3534177877" sldId="257"/>
            <ac:picMk id="15" creationId="{9CD050E4-D21E-AA07-EEFD-C351E7E6B4CF}"/>
          </ac:picMkLst>
        </pc:picChg>
        <pc:picChg chg="add mod">
          <ac:chgData name="Morten Arendt Vils Rasmussen" userId="a3bae3fd-54fc-465b-a55a-45a54cd9e600" providerId="ADAL" clId="{82C63B8F-2D8B-517B-B611-D68C15A28F56}" dt="2026-10-20T12:10:28.352" v="678" actId="1035"/>
          <ac:picMkLst>
            <pc:docMk/>
            <pc:sldMk cId="3534177877" sldId="257"/>
            <ac:picMk id="17" creationId="{0D22C1C8-E118-B96F-A2E3-CBA81E07755F}"/>
          </ac:picMkLst>
        </pc:picChg>
        <pc:picChg chg="add del mod">
          <ac:chgData name="Morten Arendt Vils Rasmussen" userId="a3bae3fd-54fc-465b-a55a-45a54cd9e600" providerId="ADAL" clId="{82C63B8F-2D8B-517B-B611-D68C15A28F56}" dt="2026-10-20T12:07:44.759" v="549" actId="478"/>
          <ac:picMkLst>
            <pc:docMk/>
            <pc:sldMk cId="3534177877" sldId="257"/>
            <ac:picMk id="21" creationId="{701B6070-1AF6-659F-81C1-0B1EE7757344}"/>
          </ac:picMkLst>
        </pc:picChg>
        <pc:picChg chg="add del mod">
          <ac:chgData name="Morten Arendt Vils Rasmussen" userId="a3bae3fd-54fc-465b-a55a-45a54cd9e600" providerId="ADAL" clId="{82C63B8F-2D8B-517B-B611-D68C15A28F56}" dt="2026-10-20T12:06:30.701" v="512" actId="478"/>
          <ac:picMkLst>
            <pc:docMk/>
            <pc:sldMk cId="3534177877" sldId="257"/>
            <ac:picMk id="23" creationId="{61025E04-77DF-B9A5-E6A7-E0BABEDE9E06}"/>
          </ac:picMkLst>
        </pc:picChg>
        <pc:picChg chg="add mod">
          <ac:chgData name="Morten Arendt Vils Rasmussen" userId="a3bae3fd-54fc-465b-a55a-45a54cd9e600" providerId="ADAL" clId="{82C63B8F-2D8B-517B-B611-D68C15A28F56}" dt="2026-10-20T12:10:25.986" v="675" actId="1035"/>
          <ac:picMkLst>
            <pc:docMk/>
            <pc:sldMk cId="3534177877" sldId="257"/>
            <ac:picMk id="25" creationId="{729D2625-193D-0913-F866-D35B6298D263}"/>
          </ac:picMkLst>
        </pc:picChg>
      </pc:sldChg>
      <pc:sldChg chg="addSp delSp modSp mod modNotesTx">
        <pc:chgData name="Morten Arendt Vils Rasmussen" userId="a3bae3fd-54fc-465b-a55a-45a54cd9e600" providerId="ADAL" clId="{82C63B8F-2D8B-517B-B611-D68C15A28F56}" dt="2026-10-20T17:46:29.343" v="1975" actId="20577"/>
        <pc:sldMkLst>
          <pc:docMk/>
          <pc:sldMk cId="3073298740" sldId="258"/>
        </pc:sldMkLst>
        <pc:spChg chg="add mod">
          <ac:chgData name="Morten Arendt Vils Rasmussen" userId="a3bae3fd-54fc-465b-a55a-45a54cd9e600" providerId="ADAL" clId="{82C63B8F-2D8B-517B-B611-D68C15A28F56}" dt="2026-10-20T13:31:18.661" v="1041" actId="1035"/>
          <ac:spMkLst>
            <pc:docMk/>
            <pc:sldMk cId="3073298740" sldId="258"/>
            <ac:spMk id="15" creationId="{38EC2307-5B89-F0D2-9548-926F80D7F429}"/>
          </ac:spMkLst>
        </pc:spChg>
        <pc:spChg chg="add mod">
          <ac:chgData name="Morten Arendt Vils Rasmussen" userId="a3bae3fd-54fc-465b-a55a-45a54cd9e600" providerId="ADAL" clId="{82C63B8F-2D8B-517B-B611-D68C15A28F56}" dt="2026-10-20T13:31:18.661" v="1041" actId="1035"/>
          <ac:spMkLst>
            <pc:docMk/>
            <pc:sldMk cId="3073298740" sldId="258"/>
            <ac:spMk id="16" creationId="{12741576-5BCE-3E02-6DDB-503BD09432F3}"/>
          </ac:spMkLst>
        </pc:spChg>
        <pc:spChg chg="add mod">
          <ac:chgData name="Morten Arendt Vils Rasmussen" userId="a3bae3fd-54fc-465b-a55a-45a54cd9e600" providerId="ADAL" clId="{82C63B8F-2D8B-517B-B611-D68C15A28F56}" dt="2026-10-20T13:31:18.661" v="1041" actId="1035"/>
          <ac:spMkLst>
            <pc:docMk/>
            <pc:sldMk cId="3073298740" sldId="258"/>
            <ac:spMk id="17" creationId="{F6D3E1B9-5485-E600-9630-0D7901A2B74D}"/>
          </ac:spMkLst>
        </pc:spChg>
        <pc:grpChg chg="del">
          <ac:chgData name="Morten Arendt Vils Rasmussen" userId="a3bae3fd-54fc-465b-a55a-45a54cd9e600" providerId="ADAL" clId="{82C63B8F-2D8B-517B-B611-D68C15A28F56}" dt="2026-10-20T11:57:07.868" v="168" actId="478"/>
          <ac:grpSpMkLst>
            <pc:docMk/>
            <pc:sldMk cId="3073298740" sldId="258"/>
            <ac:grpSpMk id="10" creationId="{133F83FB-A9E4-963F-47CF-4FF02167091D}"/>
          </ac:grpSpMkLst>
        </pc:grpChg>
        <pc:picChg chg="add del mod">
          <ac:chgData name="Morten Arendt Vils Rasmussen" userId="a3bae3fd-54fc-465b-a55a-45a54cd9e600" providerId="ADAL" clId="{82C63B8F-2D8B-517B-B611-D68C15A28F56}" dt="2026-10-20T12:37:44.613" v="689" actId="478"/>
          <ac:picMkLst>
            <pc:docMk/>
            <pc:sldMk cId="3073298740" sldId="258"/>
            <ac:picMk id="3" creationId="{E30999ED-90F6-C0A0-F40B-81A6893303BD}"/>
          </ac:picMkLst>
        </pc:picChg>
        <pc:picChg chg="add del mod">
          <ac:chgData name="Morten Arendt Vils Rasmussen" userId="a3bae3fd-54fc-465b-a55a-45a54cd9e600" providerId="ADAL" clId="{82C63B8F-2D8B-517B-B611-D68C15A28F56}" dt="2026-10-20T12:41:07.457" v="708" actId="478"/>
          <ac:picMkLst>
            <pc:docMk/>
            <pc:sldMk cId="3073298740" sldId="258"/>
            <ac:picMk id="6" creationId="{CFEC6D5F-E329-7F13-0854-2189549D314D}"/>
          </ac:picMkLst>
        </pc:picChg>
        <pc:picChg chg="add mod modCrop">
          <ac:chgData name="Morten Arendt Vils Rasmussen" userId="a3bae3fd-54fc-465b-a55a-45a54cd9e600" providerId="ADAL" clId="{82C63B8F-2D8B-517B-B611-D68C15A28F56}" dt="2026-10-20T13:31:18.661" v="1041" actId="1035"/>
          <ac:picMkLst>
            <pc:docMk/>
            <pc:sldMk cId="3073298740" sldId="258"/>
            <ac:picMk id="12" creationId="{3A8E6CB3-90D4-E84E-D857-58F2A89739D3}"/>
          </ac:picMkLst>
        </pc:picChg>
        <pc:picChg chg="add mod">
          <ac:chgData name="Morten Arendt Vils Rasmussen" userId="a3bae3fd-54fc-465b-a55a-45a54cd9e600" providerId="ADAL" clId="{82C63B8F-2D8B-517B-B611-D68C15A28F56}" dt="2026-10-20T13:31:18.661" v="1041" actId="1035"/>
          <ac:picMkLst>
            <pc:docMk/>
            <pc:sldMk cId="3073298740" sldId="258"/>
            <ac:picMk id="14" creationId="{FB4352C0-ACD7-553A-B3D1-9D2ABE7B729C}"/>
          </ac:picMkLst>
        </pc:picChg>
        <pc:picChg chg="add mod modCrop">
          <ac:chgData name="Morten Arendt Vils Rasmussen" userId="a3bae3fd-54fc-465b-a55a-45a54cd9e600" providerId="ADAL" clId="{82C63B8F-2D8B-517B-B611-D68C15A28F56}" dt="2026-10-20T13:31:29.639" v="1092" actId="1035"/>
          <ac:picMkLst>
            <pc:docMk/>
            <pc:sldMk cId="3073298740" sldId="258"/>
            <ac:picMk id="18" creationId="{61F489B0-CE26-B625-8571-AC39BF5F9EE8}"/>
          </ac:picMkLst>
        </pc:picChg>
      </pc:sldChg>
      <pc:sldChg chg="addSp delSp modSp mod modNotesTx">
        <pc:chgData name="Morten Arendt Vils Rasmussen" userId="a3bae3fd-54fc-465b-a55a-45a54cd9e600" providerId="ADAL" clId="{82C63B8F-2D8B-517B-B611-D68C15A28F56}" dt="2026-10-20T18:25:50.362" v="2151" actId="20577"/>
        <pc:sldMkLst>
          <pc:docMk/>
          <pc:sldMk cId="3255861940" sldId="259"/>
        </pc:sldMkLst>
        <pc:spChg chg="add mod">
          <ac:chgData name="Morten Arendt Vils Rasmussen" userId="a3bae3fd-54fc-465b-a55a-45a54cd9e600" providerId="ADAL" clId="{82C63B8F-2D8B-517B-B611-D68C15A28F56}" dt="2026-10-20T18:12:57.099" v="2139" actId="1035"/>
          <ac:spMkLst>
            <pc:docMk/>
            <pc:sldMk cId="3255861940" sldId="259"/>
            <ac:spMk id="13" creationId="{C5485A9B-4971-511D-8F39-7B055248D22E}"/>
          </ac:spMkLst>
        </pc:spChg>
        <pc:spChg chg="add mod">
          <ac:chgData name="Morten Arendt Vils Rasmussen" userId="a3bae3fd-54fc-465b-a55a-45a54cd9e600" providerId="ADAL" clId="{82C63B8F-2D8B-517B-B611-D68C15A28F56}" dt="2026-10-20T18:12:57.099" v="2139" actId="1035"/>
          <ac:spMkLst>
            <pc:docMk/>
            <pc:sldMk cId="3255861940" sldId="259"/>
            <ac:spMk id="14" creationId="{AD457428-9DE9-4DA7-45DC-7049636EF7F4}"/>
          </ac:spMkLst>
        </pc:spChg>
        <pc:grpChg chg="del">
          <ac:chgData name="Morten Arendt Vils Rasmussen" userId="a3bae3fd-54fc-465b-a55a-45a54cd9e600" providerId="ADAL" clId="{82C63B8F-2D8B-517B-B611-D68C15A28F56}" dt="2026-10-20T13:20:09.075" v="1010" actId="478"/>
          <ac:grpSpMkLst>
            <pc:docMk/>
            <pc:sldMk cId="3255861940" sldId="259"/>
            <ac:grpSpMk id="10" creationId="{6CEF441C-8F6A-1FE1-2873-287EC2192830}"/>
          </ac:grpSpMkLst>
        </pc:grpChg>
        <pc:picChg chg="add del mod">
          <ac:chgData name="Morten Arendt Vils Rasmussen" userId="a3bae3fd-54fc-465b-a55a-45a54cd9e600" providerId="ADAL" clId="{82C63B8F-2D8B-517B-B611-D68C15A28F56}" dt="2026-10-20T13:25:41.607" v="1013" actId="478"/>
          <ac:picMkLst>
            <pc:docMk/>
            <pc:sldMk cId="3255861940" sldId="259"/>
            <ac:picMk id="3" creationId="{113AFD00-CB7F-F3CB-FEDD-391EFE8DEDC4}"/>
          </ac:picMkLst>
        </pc:picChg>
        <pc:picChg chg="add del mod">
          <ac:chgData name="Morten Arendt Vils Rasmussen" userId="a3bae3fd-54fc-465b-a55a-45a54cd9e600" providerId="ADAL" clId="{82C63B8F-2D8B-517B-B611-D68C15A28F56}" dt="2026-10-20T13:25:41.607" v="1013" actId="478"/>
          <ac:picMkLst>
            <pc:docMk/>
            <pc:sldMk cId="3255861940" sldId="259"/>
            <ac:picMk id="9" creationId="{27270BDC-B878-2F71-9F9B-A7F495FAC7E5}"/>
          </ac:picMkLst>
        </pc:picChg>
        <pc:picChg chg="add mod">
          <ac:chgData name="Morten Arendt Vils Rasmussen" userId="a3bae3fd-54fc-465b-a55a-45a54cd9e600" providerId="ADAL" clId="{82C63B8F-2D8B-517B-B611-D68C15A28F56}" dt="2026-10-20T18:12:29.679" v="2130" actId="1076"/>
          <ac:picMkLst>
            <pc:docMk/>
            <pc:sldMk cId="3255861940" sldId="259"/>
            <ac:picMk id="12" creationId="{34933E37-BDF3-C888-1C26-F2D08229D350}"/>
          </ac:picMkLst>
        </pc:picChg>
      </pc:sldChg>
      <pc:sldChg chg="delSp mod modNotesTx">
        <pc:chgData name="Morten Arendt Vils Rasmussen" userId="a3bae3fd-54fc-465b-a55a-45a54cd9e600" providerId="ADAL" clId="{82C63B8F-2D8B-517B-B611-D68C15A28F56}" dt="2026-10-20T11:59:38.421" v="471" actId="20577"/>
        <pc:sldMkLst>
          <pc:docMk/>
          <pc:sldMk cId="1000625539" sldId="260"/>
        </pc:sldMkLst>
        <pc:grpChg chg="del">
          <ac:chgData name="Morten Arendt Vils Rasmussen" userId="a3bae3fd-54fc-465b-a55a-45a54cd9e600" providerId="ADAL" clId="{82C63B8F-2D8B-517B-B611-D68C15A28F56}" dt="2026-10-20T11:59:14.850" v="391" actId="478"/>
          <ac:grpSpMkLst>
            <pc:docMk/>
            <pc:sldMk cId="1000625539" sldId="260"/>
            <ac:grpSpMk id="9" creationId="{1D1428D1-8157-3543-712A-91F7CADA3066}"/>
          </ac:grpSpMkLst>
        </pc:grpChg>
      </pc:sldChg>
      <pc:sldChg chg="addSp delSp modSp mod modNotesTx">
        <pc:chgData name="Morten Arendt Vils Rasmussen" userId="a3bae3fd-54fc-465b-a55a-45a54cd9e600" providerId="ADAL" clId="{82C63B8F-2D8B-517B-B611-D68C15A28F56}" dt="2026-10-20T18:07:41.002" v="2005" actId="20577"/>
        <pc:sldMkLst>
          <pc:docMk/>
          <pc:sldMk cId="2254522338" sldId="261"/>
        </pc:sldMkLst>
        <pc:spChg chg="add mod">
          <ac:chgData name="Morten Arendt Vils Rasmussen" userId="a3bae3fd-54fc-465b-a55a-45a54cd9e600" providerId="ADAL" clId="{82C63B8F-2D8B-517B-B611-D68C15A28F56}" dt="2026-10-20T13:13:36.608" v="955" actId="1036"/>
          <ac:spMkLst>
            <pc:docMk/>
            <pc:sldMk cId="2254522338" sldId="261"/>
            <ac:spMk id="19" creationId="{22306EAA-00FE-CE73-13DC-1913D2FC4039}"/>
          </ac:spMkLst>
        </pc:spChg>
        <pc:spChg chg="add mod">
          <ac:chgData name="Morten Arendt Vils Rasmussen" userId="a3bae3fd-54fc-465b-a55a-45a54cd9e600" providerId="ADAL" clId="{82C63B8F-2D8B-517B-B611-D68C15A28F56}" dt="2026-10-20T13:13:36.608" v="955" actId="1036"/>
          <ac:spMkLst>
            <pc:docMk/>
            <pc:sldMk cId="2254522338" sldId="261"/>
            <ac:spMk id="20" creationId="{EE5D6C4A-3201-36EE-B401-EF25AB350583}"/>
          </ac:spMkLst>
        </pc:spChg>
        <pc:grpChg chg="del mod">
          <ac:chgData name="Morten Arendt Vils Rasmussen" userId="a3bae3fd-54fc-465b-a55a-45a54cd9e600" providerId="ADAL" clId="{82C63B8F-2D8B-517B-B611-D68C15A28F56}" dt="2026-10-20T13:11:08.898" v="912" actId="478"/>
          <ac:grpSpMkLst>
            <pc:docMk/>
            <pc:sldMk cId="2254522338" sldId="261"/>
            <ac:grpSpMk id="4" creationId="{D9CB74B2-2DCC-5158-7E29-14E1DAC9F1B4}"/>
          </ac:grpSpMkLst>
        </pc:grpChg>
        <pc:picChg chg="add del mod">
          <ac:chgData name="Morten Arendt Vils Rasmussen" userId="a3bae3fd-54fc-465b-a55a-45a54cd9e600" providerId="ADAL" clId="{82C63B8F-2D8B-517B-B611-D68C15A28F56}" dt="2026-10-20T13:11:45.574" v="918" actId="478"/>
          <ac:picMkLst>
            <pc:docMk/>
            <pc:sldMk cId="2254522338" sldId="261"/>
            <ac:picMk id="5" creationId="{70210D76-D464-6BA5-C9B7-4BE19E9CD48A}"/>
          </ac:picMkLst>
        </pc:picChg>
        <pc:picChg chg="add del mod">
          <ac:chgData name="Morten Arendt Vils Rasmussen" userId="a3bae3fd-54fc-465b-a55a-45a54cd9e600" providerId="ADAL" clId="{82C63B8F-2D8B-517B-B611-D68C15A28F56}" dt="2026-10-20T13:06:57.118" v="819" actId="478"/>
          <ac:picMkLst>
            <pc:docMk/>
            <pc:sldMk cId="2254522338" sldId="261"/>
            <ac:picMk id="10" creationId="{726AE713-DD53-0217-BEA7-07C347A7997F}"/>
          </ac:picMkLst>
        </pc:picChg>
        <pc:picChg chg="add del mod">
          <ac:chgData name="Morten Arendt Vils Rasmussen" userId="a3bae3fd-54fc-465b-a55a-45a54cd9e600" providerId="ADAL" clId="{82C63B8F-2D8B-517B-B611-D68C15A28F56}" dt="2026-10-20T13:11:44.475" v="917" actId="478"/>
          <ac:picMkLst>
            <pc:docMk/>
            <pc:sldMk cId="2254522338" sldId="261"/>
            <ac:picMk id="12" creationId="{05CF8F8C-95B4-7D4F-5AC0-1391D88C81AB}"/>
          </ac:picMkLst>
        </pc:picChg>
        <pc:picChg chg="add del mod">
          <ac:chgData name="Morten Arendt Vils Rasmussen" userId="a3bae3fd-54fc-465b-a55a-45a54cd9e600" providerId="ADAL" clId="{82C63B8F-2D8B-517B-B611-D68C15A28F56}" dt="2026-10-20T13:11:54.257" v="920" actId="478"/>
          <ac:picMkLst>
            <pc:docMk/>
            <pc:sldMk cId="2254522338" sldId="261"/>
            <ac:picMk id="14" creationId="{A615256C-4ED0-7333-847B-04805A2E466D}"/>
          </ac:picMkLst>
        </pc:picChg>
        <pc:picChg chg="add mod">
          <ac:chgData name="Morten Arendt Vils Rasmussen" userId="a3bae3fd-54fc-465b-a55a-45a54cd9e600" providerId="ADAL" clId="{82C63B8F-2D8B-517B-B611-D68C15A28F56}" dt="2026-10-20T13:12:27.789" v="931" actId="14100"/>
          <ac:picMkLst>
            <pc:docMk/>
            <pc:sldMk cId="2254522338" sldId="261"/>
            <ac:picMk id="16" creationId="{81D1FA33-A83E-6CF1-F2C0-EA4EDCCA68AB}"/>
          </ac:picMkLst>
        </pc:picChg>
        <pc:picChg chg="add mod">
          <ac:chgData name="Morten Arendt Vils Rasmussen" userId="a3bae3fd-54fc-465b-a55a-45a54cd9e600" providerId="ADAL" clId="{82C63B8F-2D8B-517B-B611-D68C15A28F56}" dt="2026-10-20T13:12:37.692" v="936" actId="1038"/>
          <ac:picMkLst>
            <pc:docMk/>
            <pc:sldMk cId="2254522338" sldId="261"/>
            <ac:picMk id="18" creationId="{A2B52F26-85A3-1AD8-D977-021DE412C877}"/>
          </ac:picMkLst>
        </pc:picChg>
      </pc:sldChg>
      <pc:sldChg chg="add">
        <pc:chgData name="Morten Arendt Vils Rasmussen" userId="a3bae3fd-54fc-465b-a55a-45a54cd9e600" providerId="ADAL" clId="{82C63B8F-2D8B-517B-B611-D68C15A28F56}" dt="2026-10-20T11:54:14.373" v="37"/>
        <pc:sldMkLst>
          <pc:docMk/>
          <pc:sldMk cId="217398884" sldId="262"/>
        </pc:sldMkLst>
      </pc:sldChg>
      <pc:sldChg chg="addSp delSp modSp add mod modNotesTx">
        <pc:chgData name="Morten Arendt Vils Rasmussen" userId="a3bae3fd-54fc-465b-a55a-45a54cd9e600" providerId="ADAL" clId="{82C63B8F-2D8B-517B-B611-D68C15A28F56}" dt="2026-10-20T14:21:59.209" v="1096" actId="20577"/>
        <pc:sldMkLst>
          <pc:docMk/>
          <pc:sldMk cId="3799867614" sldId="263"/>
        </pc:sldMkLst>
        <pc:picChg chg="add del mod">
          <ac:chgData name="Morten Arendt Vils Rasmussen" userId="a3bae3fd-54fc-465b-a55a-45a54cd9e600" providerId="ADAL" clId="{82C63B8F-2D8B-517B-B611-D68C15A28F56}" dt="2026-10-20T12:37:27.108" v="685" actId="478"/>
          <ac:picMkLst>
            <pc:docMk/>
            <pc:sldMk cId="3799867614" sldId="263"/>
            <ac:picMk id="3" creationId="{7089E437-F4DF-227C-EDFB-3B32B3E79F72}"/>
          </ac:picMkLst>
        </pc:picChg>
      </pc:sldChg>
      <pc:sldChg chg="add">
        <pc:chgData name="Morten Arendt Vils Rasmussen" userId="a3bae3fd-54fc-465b-a55a-45a54cd9e600" providerId="ADAL" clId="{82C63B8F-2D8B-517B-B611-D68C15A28F56}" dt="2026-10-20T11:54:14.373" v="37"/>
        <pc:sldMkLst>
          <pc:docMk/>
          <pc:sldMk cId="247147642" sldId="264"/>
        </pc:sldMkLst>
      </pc:sldChg>
      <pc:sldChg chg="add">
        <pc:chgData name="Morten Arendt Vils Rasmussen" userId="a3bae3fd-54fc-465b-a55a-45a54cd9e600" providerId="ADAL" clId="{82C63B8F-2D8B-517B-B611-D68C15A28F56}" dt="2026-10-20T11:54:14.373" v="37"/>
        <pc:sldMkLst>
          <pc:docMk/>
          <pc:sldMk cId="3448235143" sldId="265"/>
        </pc:sldMkLst>
      </pc:sldChg>
      <pc:sldChg chg="add">
        <pc:chgData name="Morten Arendt Vils Rasmussen" userId="a3bae3fd-54fc-465b-a55a-45a54cd9e600" providerId="ADAL" clId="{82C63B8F-2D8B-517B-B611-D68C15A28F56}" dt="2026-10-20T11:54:14.373" v="37"/>
        <pc:sldMkLst>
          <pc:docMk/>
          <pc:sldMk cId="3377371995" sldId="266"/>
        </pc:sldMkLst>
      </pc:sldChg>
      <pc:sldChg chg="add">
        <pc:chgData name="Morten Arendt Vils Rasmussen" userId="a3bae3fd-54fc-465b-a55a-45a54cd9e600" providerId="ADAL" clId="{82C63B8F-2D8B-517B-B611-D68C15A28F56}" dt="2026-10-20T11:54:14.373" v="37"/>
        <pc:sldMkLst>
          <pc:docMk/>
          <pc:sldMk cId="2461577988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79259-65C2-0B4C-82BB-E93868F60F6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85B17-996B-9F49-B75F-540295208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5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2 Characterization of menstrual effluent on metabolomics (ME-NMR, n = 18 women / 110 samples), peripheral blood metabolomics (PB-NMR, , n = 18 women / 43 samples), menstrual effluent bacteria (ME-16S, n = 19 women / 149 samples) and fungi (ME-ITS, n = 19 women / 149 samples). A: Composition of ME metabolome, PB metabolome, ME bacteria and ME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fungome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respectively.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B: Individual sample wise bacterial (16s) composition as relative abundance of the eight dominating families per women (horizontal facets) per cycle (vertical facets) across the first three days (x-axis). Women are horizontally sorted according to the overall abundance of the dominating family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Lactobacillaceae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 Individual sample wise fungal (ITS) composition as relative abundance of the eight dominating families per women (horizontal facets) per cycle (vertical facets) across the first three days (x-axis). Women are horizontally sorted according to the overall abundance of the dominating family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Saccharomycetaceae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Yellow fill-color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indicates samples with no fungal PCR product detected. Blank in B and C refers to absence of samples.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85B17-996B-9F49-B75F-5402952087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05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3: Characterization of impact of women, cycle and cycle day. A: Individual feature variance split between women and between menstrual cycle. B Volcano plots of difference between menstruation cycle day 1 to 2 (day 2 and 3 did not differ significant) for menstrual effluent on metabolomics (ME-NMR, n = 18 women / 110 samples), menstrual effluent bacteria (ME-16S, n = 19 women / 149 samples) and fungi (ME-ITS, n = 19 women / 149 samples). C: Distribution of effect size  of day 1 vs day 2.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85B17-996B-9F49-B75F-5402952087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96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A: Demographic imprint on overall variation within menstrual effluent metabolomics (ME-NMR, n = 18 women / 110 samples), peripheral blood metabolomics (PB-NMR, , n = 18 women / 43 samples), menstrual effluent bacteria (ME-16S, n = 19 women / 149 samples) and fungi (ME-ITS, n = 19 women / 149 samples). * Indicate inference from nested mixed models. B: Example of two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fdr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0.01 significant) diet-related metabolites and one metabolite relating to nicotine usage.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85B17-996B-9F49-B75F-5402952087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87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5: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Characterization of person-centric longitudinal stability of menstrual effluent components. A: Multivariate stability measure within each woman for ME metabolomics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(ME-NMR, n = 18 women / 110 samples, yellow), ME bacteria (ME-16S, n = 18 women / 141 samples, green) and fungi (ME-ITS, n = 18 women / 141 samples, blue). A value of 1 means that within person variance is equal to mean variation, values &lt;1 indicates within-person stability. B: Variance stability in reference to dietary habits of metabolomics, bacteria and fungi respectively (F=flexitarian, O=omnivore, V=vegetarian).</a:t>
            </a:r>
            <a:endParaRPr lang="en-US" dirty="0"/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b="0" i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85B17-996B-9F49-B75F-5402952087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29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Multivariate figure are removed to be in supplement.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85B17-996B-9F49-B75F-5402952087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15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4DED-6F3D-1D6B-652C-CE74D1D2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EF7B9-86DA-C106-3950-F4059D6CC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AEDD5-5013-7973-0A78-30AB8ADC5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2 Characterization of menstrual effluent on metabolomics (ME-NMR), peripheral blood metabolomics (PB-NMR), menstrual effluent bacteria (ME-16S) and fungi (ME-ITS). A: Composition of ME metabolome, PB metabolome, ME bacteria and ME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fungome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respectively. B: Individual feature variance split between women, between menstrual cycle. C: Volcano plots of difference between menstruation cycle day 1 to 2 (day 2 and 3 did not differ significant in neither metabolome nor microbiome) for bacteria composition,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fungome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metabolome respectively.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5FC44-E250-876D-8517-2DD08D5BB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85B17-996B-9F49-B75F-5402952087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31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C87FB-09F7-CD61-7981-36F101181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F0E14-64C7-5CF5-840E-7F9518CF8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D48C5-7A63-FFC4-A346-8FF6D3936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3 A: Demographic imprint on overall variation within menstrual effluent metabolomics (ME-NMR), bacteria (16s) and fungi (ITS). * Indicate inference from nested mixed models. B: Example of two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fdr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0.01 significant) diet-related and one metabolite relating to nicotine usage. 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b="0" i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81AA6-BAA1-8C22-DCAF-0E8A421AC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85B17-996B-9F49-B75F-5402952087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48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611C-D29F-3691-7E17-99C19C2E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42535-6318-3463-5778-BE9D3E5AA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9C809-BAB4-2CF8-3FFB-0207F7EA2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4 Characterization of person-centric longitudinal stability of menstrual effluent components. A: Multivariate stability measure within each woman for bacteria (green), fungi (blue) and metabolites (yellow). A value of 1 means that within person variance is equal to mean variation, less value is less within-person variance. B: Variance stability in reference to dietary habits of bacteria, fungi and metabolites respectively (F=flexitarian, O=omnivore, V=vegetarian), numerical values have same definition as in A. C: Correlation between the stability values in between the different ME components.  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b="0" i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10685-DAD9-F8DC-4AF4-A0FC5F279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85B17-996B-9F49-B75F-5402952087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55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E0FF8-2D2C-92B6-3BBD-1A163526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37FE0-F640-6ABC-86D8-F94BC73F1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5A32A-B27A-B012-84BE-7B520BD84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5 Prediction of metabolomics levels from bacteria and fungi composition. A: Relative prediction uncertainty across metabolites. A value of 1 indicates no predictive power of the model, prediction improves with decreasing values. B: 16S bacteria regression coefficients for predictive metabolites. Red indicates negative correlation and blue indicates positive correlation in between metabolite and bacteria; color intensity increases with correlation.  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b="0" i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EA8E8-A965-60F1-BA9A-3ACD5D02D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85B17-996B-9F49-B75F-5402952087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95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0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16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9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8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4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22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6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81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7895A-84C9-C947-97C1-968D80F5292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D1662-999C-AA4D-8AD0-16243E69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9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E22C-4FBD-0FBF-377D-774C03A1BA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New figures for 1 revision in COMMMED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3CF4D-13CE-FF99-BF95-7577B07590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12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511BCF-C133-3E48-986B-11979664FE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69" b="14180"/>
          <a:stretch>
            <a:fillRect/>
          </a:stretch>
        </p:blipFill>
        <p:spPr>
          <a:xfrm>
            <a:off x="99846" y="382704"/>
            <a:ext cx="6758153" cy="24110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1FC964-EDE2-BC63-DF69-D7C4D5710EBA}"/>
              </a:ext>
            </a:extLst>
          </p:cNvPr>
          <p:cNvSpPr txBox="1"/>
          <p:nvPr/>
        </p:nvSpPr>
        <p:spPr>
          <a:xfrm>
            <a:off x="-2" y="41704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22C1C8-E118-B96F-A2E3-CBA81E077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915548"/>
            <a:ext cx="6858000" cy="195942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29D2625-193D-0913-F866-D35B6298D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84424"/>
            <a:ext cx="6858000" cy="19594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F4AD86-2197-77C8-6724-110C36CAC5EC}"/>
              </a:ext>
            </a:extLst>
          </p:cNvPr>
          <p:cNvSpPr txBox="1"/>
          <p:nvPr/>
        </p:nvSpPr>
        <p:spPr>
          <a:xfrm>
            <a:off x="-2" y="4730882"/>
            <a:ext cx="34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258849-EA29-CAFC-581F-CD240B4A7CC7}"/>
              </a:ext>
            </a:extLst>
          </p:cNvPr>
          <p:cNvSpPr txBox="1"/>
          <p:nvPr/>
        </p:nvSpPr>
        <p:spPr>
          <a:xfrm>
            <a:off x="-2" y="2691195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3417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B4352C0-ACD7-553A-B3D1-9D2ABE7B7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876300"/>
            <a:ext cx="6400800" cy="6400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8E6CB3-90D4-E84E-D857-58F2A89739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32"/>
          <a:stretch>
            <a:fillRect/>
          </a:stretch>
        </p:blipFill>
        <p:spPr>
          <a:xfrm>
            <a:off x="-12700" y="2608630"/>
            <a:ext cx="6985000" cy="35702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EC2307-5B89-F0D2-9548-926F80D7F429}"/>
              </a:ext>
            </a:extLst>
          </p:cNvPr>
          <p:cNvSpPr txBox="1"/>
          <p:nvPr/>
        </p:nvSpPr>
        <p:spPr>
          <a:xfrm>
            <a:off x="38100" y="76139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741576-5BCE-3E02-6DDB-503BD09432F3}"/>
              </a:ext>
            </a:extLst>
          </p:cNvPr>
          <p:cNvSpPr txBox="1"/>
          <p:nvPr/>
        </p:nvSpPr>
        <p:spPr>
          <a:xfrm>
            <a:off x="38100" y="5092139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3E1B9-5485-E600-9630-0D7901A2B74D}"/>
              </a:ext>
            </a:extLst>
          </p:cNvPr>
          <p:cNvSpPr txBox="1"/>
          <p:nvPr/>
        </p:nvSpPr>
        <p:spPr>
          <a:xfrm>
            <a:off x="38100" y="256999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F489B0-CE26-B625-8571-AC39BF5F9E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7247" b="14179"/>
          <a:stretch>
            <a:fillRect/>
          </a:stretch>
        </p:blipFill>
        <p:spPr>
          <a:xfrm>
            <a:off x="202323" y="6057899"/>
            <a:ext cx="6758153" cy="62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9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4FB5-F13A-2140-7A42-7644E253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1D1FA33-A83E-6CF1-F2C0-EA4EDCCA6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624" y="4805780"/>
            <a:ext cx="3691715" cy="36917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B52F26-85A3-1AD8-D977-021DE412C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90164" y="4483100"/>
            <a:ext cx="4477588" cy="38764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2306EAA-00FE-CE73-13DC-1913D2FC4039}"/>
              </a:ext>
            </a:extLst>
          </p:cNvPr>
          <p:cNvSpPr txBox="1"/>
          <p:nvPr/>
        </p:nvSpPr>
        <p:spPr>
          <a:xfrm flipH="1">
            <a:off x="3517900" y="4525348"/>
            <a:ext cx="14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5D6C4A-3201-36EE-B401-EF25AB350583}"/>
              </a:ext>
            </a:extLst>
          </p:cNvPr>
          <p:cNvSpPr txBox="1"/>
          <p:nvPr/>
        </p:nvSpPr>
        <p:spPr>
          <a:xfrm>
            <a:off x="-994423" y="4525348"/>
            <a:ext cx="358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5452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4933E37-BDF3-C888-1C26-F2D08229D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9875"/>
            <a:ext cx="6858000" cy="4286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485A9B-4971-511D-8F39-7B055248D22E}"/>
              </a:ext>
            </a:extLst>
          </p:cNvPr>
          <p:cNvSpPr txBox="1"/>
          <p:nvPr/>
        </p:nvSpPr>
        <p:spPr>
          <a:xfrm flipH="1">
            <a:off x="2403995" y="2843125"/>
            <a:ext cx="14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457428-9DE9-4DA7-45DC-7049636EF7F4}"/>
              </a:ext>
            </a:extLst>
          </p:cNvPr>
          <p:cNvSpPr txBox="1"/>
          <p:nvPr/>
        </p:nvSpPr>
        <p:spPr>
          <a:xfrm>
            <a:off x="152733" y="2843125"/>
            <a:ext cx="358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5586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625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98BD-EDF8-524F-DD28-E74FF2E0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C477-BED3-AF01-3C2C-F1603EA2C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Old figures from first submission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21F67-5AE0-7FC8-6041-7C2FB2DACA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8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BD30-4697-E368-6C0F-3E0B42DC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2D1720-4F93-06C5-8640-4E554388B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953000"/>
            <a:ext cx="6884278" cy="34421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7D5161-FEC7-158E-1867-DCC89604DA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69" b="14180"/>
          <a:stretch>
            <a:fillRect/>
          </a:stretch>
        </p:blipFill>
        <p:spPr>
          <a:xfrm>
            <a:off x="99846" y="382704"/>
            <a:ext cx="6758153" cy="2411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45DEE3-28EB-55BE-FAF3-96C3D99137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823" b="31826"/>
          <a:stretch>
            <a:fillRect/>
          </a:stretch>
        </p:blipFill>
        <p:spPr>
          <a:xfrm>
            <a:off x="346840" y="2825024"/>
            <a:ext cx="6511159" cy="21279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10218A-EEBB-91A5-36B3-BB003CB0C0DB}"/>
              </a:ext>
            </a:extLst>
          </p:cNvPr>
          <p:cNvSpPr txBox="1"/>
          <p:nvPr/>
        </p:nvSpPr>
        <p:spPr>
          <a:xfrm>
            <a:off x="105105" y="41704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B324A8-733B-3EB0-F7E9-B64F17091888}"/>
              </a:ext>
            </a:extLst>
          </p:cNvPr>
          <p:cNvSpPr txBox="1"/>
          <p:nvPr/>
        </p:nvSpPr>
        <p:spPr>
          <a:xfrm>
            <a:off x="57047" y="5044046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B6CC48-6449-2A45-03F5-B402B153C20F}"/>
              </a:ext>
            </a:extLst>
          </p:cNvPr>
          <p:cNvSpPr txBox="1"/>
          <p:nvPr/>
        </p:nvSpPr>
        <p:spPr>
          <a:xfrm>
            <a:off x="57047" y="283925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9986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E49C-8090-A542-6029-FD917A49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A3F3CE8-9442-4853-801E-B37F7FA89260}"/>
              </a:ext>
            </a:extLst>
          </p:cNvPr>
          <p:cNvGrpSpPr/>
          <p:nvPr/>
        </p:nvGrpSpPr>
        <p:grpSpPr>
          <a:xfrm>
            <a:off x="122968" y="3764012"/>
            <a:ext cx="6495921" cy="3188581"/>
            <a:chOff x="122968" y="3764012"/>
            <a:chExt cx="6495921" cy="31885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C28BE4-33CF-0D06-230C-A69E5CD42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8024" y="3764012"/>
              <a:ext cx="2550865" cy="31885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9E0E97B-8E9D-7718-A12B-A293A6A2E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968" y="3764012"/>
              <a:ext cx="3826297" cy="318858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A40510-3307-675E-3D3E-DA6C81B2DC12}"/>
                </a:ext>
              </a:extLst>
            </p:cNvPr>
            <p:cNvSpPr txBox="1"/>
            <p:nvPr/>
          </p:nvSpPr>
          <p:spPr>
            <a:xfrm>
              <a:off x="223345" y="376401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CD44B9-C2A7-DFC9-CD31-CA77D48E35C8}"/>
                </a:ext>
              </a:extLst>
            </p:cNvPr>
            <p:cNvSpPr txBox="1"/>
            <p:nvPr/>
          </p:nvSpPr>
          <p:spPr>
            <a:xfrm>
              <a:off x="3949265" y="376401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147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541C-461F-E5BE-479C-F7DE0C4B2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4853CD3-4E49-0EB0-2A9C-33468780D33F}"/>
              </a:ext>
            </a:extLst>
          </p:cNvPr>
          <p:cNvGrpSpPr/>
          <p:nvPr/>
        </p:nvGrpSpPr>
        <p:grpSpPr>
          <a:xfrm>
            <a:off x="122968" y="3764012"/>
            <a:ext cx="6369272" cy="3188581"/>
            <a:chOff x="122968" y="3764012"/>
            <a:chExt cx="6369272" cy="318858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ECA38DD-5BF3-4ADF-039A-601B7A1E9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0865" y="3808888"/>
              <a:ext cx="2441375" cy="305171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64097FA-61ED-CD8E-877C-E487AA17A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968" y="3764012"/>
              <a:ext cx="3826297" cy="318858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B9D623-A7FD-8DD5-6A5F-60708198FFF4}"/>
                </a:ext>
              </a:extLst>
            </p:cNvPr>
            <p:cNvSpPr txBox="1"/>
            <p:nvPr/>
          </p:nvSpPr>
          <p:spPr>
            <a:xfrm>
              <a:off x="223345" y="376401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689728-4D4C-C1C8-D93E-2623C3E65AD1}"/>
                </a:ext>
              </a:extLst>
            </p:cNvPr>
            <p:cNvSpPr txBox="1"/>
            <p:nvPr/>
          </p:nvSpPr>
          <p:spPr>
            <a:xfrm>
              <a:off x="3928945" y="376401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8235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2C300-FA47-7351-B0B0-11982C4C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429E25D-A253-A901-63EE-6E4347DFE2E7}"/>
              </a:ext>
            </a:extLst>
          </p:cNvPr>
          <p:cNvGrpSpPr/>
          <p:nvPr/>
        </p:nvGrpSpPr>
        <p:grpSpPr>
          <a:xfrm>
            <a:off x="0" y="2209800"/>
            <a:ext cx="6858000" cy="5486400"/>
            <a:chOff x="0" y="2209800"/>
            <a:chExt cx="6858000" cy="54864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76880D-1A38-1169-EA9F-E53E56145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09800"/>
              <a:ext cx="6858000" cy="5486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5EAC1E-609C-F5F5-6831-9DD93A581A62}"/>
                </a:ext>
              </a:extLst>
            </p:cNvPr>
            <p:cNvSpPr txBox="1"/>
            <p:nvPr/>
          </p:nvSpPr>
          <p:spPr>
            <a:xfrm>
              <a:off x="38840" y="5545515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0649F3-1769-F879-46E9-2BA4D2D0E666}"/>
                </a:ext>
              </a:extLst>
            </p:cNvPr>
            <p:cNvSpPr txBox="1"/>
            <p:nvPr/>
          </p:nvSpPr>
          <p:spPr>
            <a:xfrm>
              <a:off x="2740573" y="2225566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5B42164-F685-9855-F11D-0CCD1CE0658A}"/>
                </a:ext>
              </a:extLst>
            </p:cNvPr>
            <p:cNvSpPr txBox="1"/>
            <p:nvPr/>
          </p:nvSpPr>
          <p:spPr>
            <a:xfrm>
              <a:off x="59678" y="2225566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7371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9ACB-6202-20E4-61A5-BECC28F0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B6B7A23-14A8-26A8-9F1E-17DB1E2A8704}"/>
              </a:ext>
            </a:extLst>
          </p:cNvPr>
          <p:cNvGrpSpPr/>
          <p:nvPr/>
        </p:nvGrpSpPr>
        <p:grpSpPr>
          <a:xfrm>
            <a:off x="0" y="1572126"/>
            <a:ext cx="6858000" cy="4305300"/>
            <a:chOff x="0" y="1572126"/>
            <a:chExt cx="6858000" cy="43053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9B0D1E-FC61-6DA0-EEE8-4AF331C6D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317"/>
            <a:stretch>
              <a:fillRect/>
            </a:stretch>
          </p:blipFill>
          <p:spPr>
            <a:xfrm>
              <a:off x="0" y="1572126"/>
              <a:ext cx="6858000" cy="43053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BEFE94-C92A-C5B1-F1BC-CB4D918A89D7}"/>
                </a:ext>
              </a:extLst>
            </p:cNvPr>
            <p:cNvSpPr txBox="1"/>
            <p:nvPr/>
          </p:nvSpPr>
          <p:spPr>
            <a:xfrm>
              <a:off x="398426" y="3268303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C335E9-DECF-0432-C855-7A4BC0EBE984}"/>
                </a:ext>
              </a:extLst>
            </p:cNvPr>
            <p:cNvSpPr txBox="1"/>
            <p:nvPr/>
          </p:nvSpPr>
          <p:spPr>
            <a:xfrm>
              <a:off x="398426" y="1583881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3CE84B-AEE8-9AB8-B88F-FFDE546E7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8479" t="2088" r="21988" b="89223"/>
            <a:stretch>
              <a:fillRect/>
            </a:stretch>
          </p:blipFill>
          <p:spPr>
            <a:xfrm>
              <a:off x="2342147" y="3284620"/>
              <a:ext cx="2711116" cy="4170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157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9875</TotalTime>
  <Words>907</Words>
  <Application>Microsoft Macintosh PowerPoint</Application>
  <PresentationFormat>A4 Paper (210x297 mm)</PresentationFormat>
  <Paragraphs>52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New figures for 1 revision in COMMMED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figures from first submission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Morten Arendt Rasmussen</dc:creator>
  <cp:lastModifiedBy>Morten Arendt Vils Rasmussen</cp:lastModifiedBy>
  <cp:revision>7</cp:revision>
  <dcterms:created xsi:type="dcterms:W3CDTF">2025-11-19T13:21:48Z</dcterms:created>
  <dcterms:modified xsi:type="dcterms:W3CDTF">2026-10-20T18:25:52Z</dcterms:modified>
</cp:coreProperties>
</file>